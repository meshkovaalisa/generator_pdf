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369C-8758-4202-A282-6F33B0C39BB5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45427-A2C1-4CA0-A48A-5169C1F596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2141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369C-8758-4202-A282-6F33B0C39BB5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45427-A2C1-4CA0-A48A-5169C1F596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5397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369C-8758-4202-A282-6F33B0C39BB5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45427-A2C1-4CA0-A48A-5169C1F596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9562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369C-8758-4202-A282-6F33B0C39BB5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45427-A2C1-4CA0-A48A-5169C1F596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7572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369C-8758-4202-A282-6F33B0C39BB5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45427-A2C1-4CA0-A48A-5169C1F596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2049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369C-8758-4202-A282-6F33B0C39BB5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45427-A2C1-4CA0-A48A-5169C1F596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6856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369C-8758-4202-A282-6F33B0C39BB5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45427-A2C1-4CA0-A48A-5169C1F596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6302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369C-8758-4202-A282-6F33B0C39BB5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45427-A2C1-4CA0-A48A-5169C1F596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1285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369C-8758-4202-A282-6F33B0C39BB5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45427-A2C1-4CA0-A48A-5169C1F596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6730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369C-8758-4202-A282-6F33B0C39BB5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45427-A2C1-4CA0-A48A-5169C1F596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7217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369C-8758-4202-A282-6F33B0C39BB5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45427-A2C1-4CA0-A48A-5169C1F596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1065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C369C-8758-4202-A282-6F33B0C39BB5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345427-A2C1-4CA0-A48A-5169C1F596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8414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{{name}}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{{score</a:t>
            </a:r>
            <a:r>
              <a:rPr lang="en-US" dirty="0" smtClean="0"/>
              <a:t>}}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 smtClean="0"/>
              <a:t>Ffff</a:t>
            </a: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 smtClean="0"/>
              <a:t>ffffff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14445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</Words>
  <Application>Microsoft Office PowerPoint</Application>
  <PresentationFormat>Широкоэкранный</PresentationFormat>
  <Paragraphs>4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{{name}}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{{name}}</dc:title>
  <dc:creator>Борисов Самир</dc:creator>
  <cp:lastModifiedBy>Борисов Самир</cp:lastModifiedBy>
  <cp:revision>2</cp:revision>
  <dcterms:created xsi:type="dcterms:W3CDTF">2026-03-19T15:36:31Z</dcterms:created>
  <dcterms:modified xsi:type="dcterms:W3CDTF">2026-03-25T12:21:43Z</dcterms:modified>
</cp:coreProperties>
</file>