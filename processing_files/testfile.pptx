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2141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397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9562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7572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20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6856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302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285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730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217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1065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CC369C-8758-4202-A282-6F33B0C39BB5}" type="datetimeFigureOut">
              <a:rPr lang="ru-RU" smtClean="0"/>
              <a:t>19.03.2026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345427-A2C1-4CA0-A48A-5169C1F5962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8414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{{name}}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{{score}}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9514445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Широкоэкранный</PresentationFormat>
  <Paragraphs>2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{{name}}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{{name}}</dc:title>
  <dc:creator>Борисов Самир</dc:creator>
  <cp:lastModifiedBy>Борисов Самир</cp:lastModifiedBy>
  <cp:revision>1</cp:revision>
  <dcterms:created xsi:type="dcterms:W3CDTF">2026-03-19T15:36:31Z</dcterms:created>
  <dcterms:modified xsi:type="dcterms:W3CDTF">2026-03-19T15:36:52Z</dcterms:modified>
</cp:coreProperties>
</file>