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8BB03-B691-1FBA-A193-8475A6681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738368-2767-9CAE-D576-43B4DFF98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B62D29-B7E5-6D4B-5DF9-955EB85C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A84E70-205E-B03E-86B1-A60D132D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B9AD51-B6CE-14BD-597B-3CC8D56E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1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6B97A8-B963-BC99-688E-967FD3E1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B9BDB-2237-2ACB-2FC0-941B76EBF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472539-271B-D7DB-499D-AC973B02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69F070-92D9-EBBE-5E38-400BF443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A35C41-B858-BD7D-78BC-7166BE93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63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1BA30-9968-D87A-2FAB-6EC009740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12C4F1-4A7C-575D-7A2B-E2581FCD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7BE07B-8AEE-C06F-ACA4-D1A934FE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23924B-4A00-6432-7A55-734798BE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2715D7-F56C-8DBF-D68F-8EF81EBD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52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EAD58-BDE4-30A6-557D-97A8E2D0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1BB40-C958-E765-8C47-B6D7E8A44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BD64F6-31CD-71D3-6619-2C4658E83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6AF49B-B661-15A1-E73B-A5AB0927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8FF449-7764-A814-3ADD-7013A121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10D596-7280-6CF5-2604-82B596AC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36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A9DA7-D7CD-3B90-7257-C39266CA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593EE7-C3DC-651E-1E2E-B3CCEB9C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505070-089A-875C-9F4C-BE35FEB77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214C53-ED02-267B-6F19-7E8C8A95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5ACDEA-908A-859E-C5D1-4BC98B0B8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81C7161-AC0D-C7D1-A292-0B343C0E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BB1C284-009A-6162-AEB7-A105C317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1B50D0-013A-1DC1-AF1D-04F1D72FE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99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320FB-29EB-C979-F35E-576A9AD9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C0B850-4B2B-4398-76E9-6B35B725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C0E520-6E97-5C82-7174-55FD7A78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9FC88B-94F2-49E7-5E02-923AE9B8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1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9B66C9-9912-B1A7-6BD3-D986F512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5515FFD-39AE-65BE-25B7-2D683032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EA5BBD-076E-8114-4734-2E1010E3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3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74E07-C230-0DAB-4919-0AFC87D0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D7ED98-DFEB-C6C9-821E-D38C14997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C9FF70-5543-D1C3-4504-BEBBC248F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53FE57-E86D-20E9-425E-65297B2B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565515-A1EA-2B5E-D29B-A88759C7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C9712F-0898-C148-F68A-45E008AC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9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E6F25-E108-5370-9B38-E5DD9CC1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BFFA75-297B-7D05-95AE-22B8E061A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98244E-00BE-07F4-3DBA-18E38AEEA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18989C-5EC3-DCA9-2FB6-6BA15732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6481F5-C163-6FDC-6F29-940C7EC7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28AE09-8BA9-1AC5-121D-E1124D7E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32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75B78-6AE4-D69E-D4EC-86D2176F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59B84C-96FC-2159-1DD2-C64F951F9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26397B-EB3F-87D2-5BF7-62AE08CC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5B79A2-133E-E9DA-ECF1-FAE9173D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45FEF6-62FC-4224-41C3-B02ADDC9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99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CCE9748-0317-1663-71E0-5269B6665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F4A8AB-8EEC-EDF9-1267-42C99A24C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80921E-84BF-D664-97B8-ED86FF52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451B49-1617-D90C-AC7F-851F8FDE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1807B3-19F4-F85D-BBE6-CAA137DB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03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4F4F7-E13B-7BC4-29D2-48B739064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9333FC-3F5C-FA1D-13CD-28241AD6A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CEB500-BC84-8C3C-0C42-CFF3D16ED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45A17-36E4-4C5F-9E64-7BD4DB92AC11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4B704B-E934-F2F3-43A9-3F5746D2E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3DC90E-9AC7-3D26-4774-9A9531FEA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3F7EB-EECE-4ADB-A907-17D19D25A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791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F1B3F-6B13-612E-871D-DD0917EB4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{mode}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62A97D-3CDB-FA52-A985-B2C9C811C1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{name} {data}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8651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{mode}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Алиса Мешкова</dc:creator>
  <cp:lastModifiedBy>Алиса Мешкова</cp:lastModifiedBy>
  <cp:revision>1</cp:revision>
  <dcterms:created xsi:type="dcterms:W3CDTF">2026-03-19T07:42:37Z</dcterms:created>
  <dcterms:modified xsi:type="dcterms:W3CDTF">2026-03-19T07:43:08Z</dcterms:modified>
</cp:coreProperties>
</file>