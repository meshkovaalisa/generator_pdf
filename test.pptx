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Сертификат о прохождении курса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Студент: {{ student_name }}</a:t>
            </a:r>
          </a:p>
          <a:p>
            <a:pPr algn="ctr">
              <a:defRPr sz="2000"/>
            </a:pPr>
            <a:r>
              <a:t>Курс: {{ course_name }}</a:t>
            </a:r>
          </a:p>
          <a:p>
            <a:pPr algn="ctr">
              <a:defRPr sz="1600">
                <a:solidFill>
                  <a:srgbClr val="808080"/>
                </a:solidFill>
              </a:defRPr>
            </a:pPr>
            <a:r>
              <a:t>Дата выдачи: {{ issue_date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Преподаватель: {{ teacher_name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Часов: {{ hours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